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image" Target="../media/image-14-5.jpeg"/><Relationship Id="rId6" Type="http://schemas.openxmlformats.org/officeDocument/2006/relationships/image" Target="../media/image-14-6.jpe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800" kern="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5029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the Gap Between Innovation &amp; Technology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Marketing Materials  •  NFC Technology  •  Digital &amp; Physical Solutions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320040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BRAND. ELEVATED.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566160"/>
            <a:ext cx="640080" cy="6400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3D-Printed NFC Marketing Materials?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being forgettable. Start being unforgettable.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64008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94767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Engagement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or scan connects customers instantly to your website, reviews, menus, listings, or service pages—zero friction.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600200"/>
            <a:ext cx="41148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600200"/>
            <a:ext cx="64008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4767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Brand Image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492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3D-printed materials signal quality before a customer even speaks to you. Perception is everything.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3063240"/>
            <a:ext cx="41148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3063240"/>
            <a:ext cx="64008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41071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Retention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0120" y="3520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Tangible branded items keep your business top-of-mind long after the sale. Keychains, signs &amp; gifts that last.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1148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64008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41071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Generation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49240" y="3520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&amp; QR-enabled pieces turn passive brand exposure into active digital leads—24/7, automatically.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AUTOMOTIVE INDUSTRY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#1 REVENUE OPPORTUNITY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Keychains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Drive-away gift that links to service booking, AAA, or emergency contacts. Your logo in their hands every day.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Branded Keychains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dealership keychains with logo &amp; colors. Closing gifts clients actually keep and show off.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722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459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NFC Discs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720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Adhesive tap-points on dashboards, armrests &amp; sun visors. One tap → service scheduler or roadside assistance.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Desk Signs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3D-printed desk signs with dealership branding—professionalism that impresses every walk-in.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7889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49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Clocks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lobby &amp; office clocks. Premium décor that reinforces your brand 24 hours a day.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722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78892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08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Keychain Display Holders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720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Stunning custom holders that showcase your keychains beautifully at the point of sale.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Every customer who drives away with your NFC keychain becomes a repeat service opportunity. Tap into it.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4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AUTOMOTIVE — PRODUCT SHOWCASE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40260"/>
            <a:ext cx="1993392" cy="24938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Brake Disc Clock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33172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3172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90" y="1170432"/>
            <a:ext cx="1921892" cy="26334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3172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0487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Branded Desk Organizer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48056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490472"/>
            <a:ext cx="1993392" cy="19933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48056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5371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3D Keychains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62940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940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490472"/>
            <a:ext cx="1993392" cy="19933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2940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70255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 Keychains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ESTATE INDUSTRY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DEALS. STAY MEMORABLE.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Sold Signs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SOLD signs with your name, logo &amp; QR code. Every sale becomes a billboard for your next listing.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Card Holders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House-shaped card holders—a showpiece that lives on desks and gets noticed by every visitor.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722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459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Home Keychains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720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gift keychains with access info or your contact page. Buyers remember who sold them their dream home.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Magnetic QR Codes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Adhesive/magnetic QR codes attach to any existing sign instantly—more listing info, more leads, zero hassle.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7889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49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Boxes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Eye-catching light boxes that make listings unmissable at night. Stand out on every street.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722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78892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08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Closing/Opening Gifts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720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branded keychains &amp; souvenirs your clients treasure. Referrals start with relationships.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 real estate, first impressions win listings. Our materials make yours impossible to forget.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4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ESTATE — PRODUCT SHOWCASE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8" y="1170432"/>
            <a:ext cx="1974576" cy="2633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SOLD Keychains + NFC Tag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33172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3172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78" y="1170432"/>
            <a:ext cx="1981517" cy="26334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3172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0487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Sale Keychains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48056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688" y="1170432"/>
            <a:ext cx="1974576" cy="26334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48056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5371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SOLD Sign + Card Holder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62940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940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822704"/>
            <a:ext cx="1993392" cy="132892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2940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70255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QR Code Stands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 INDUSTRY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UP AN EXPERIENCE THEY REMEMBER.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Wi-Fi Signs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connect—no typing passwords. Custom branded signs guests appreciate every visit.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Menu Coasters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open your full digital menu instantly. No printing costs, always up-to-date.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722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459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Boxes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720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light boxes for your entrance: OPEN signs, specials, logos. Visibility that drives foot traffic.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Table Signs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Miniature branded table signs &amp; holders reinforce your identity at every single seat.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7889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49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Napkin Holders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table accessories that elevate your aesthetic—details that say 'we care about quality.'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722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78892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08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Bathroom Signs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720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Branded, stylish directional signs throughout your space keep the guest experience polished.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Restaurants that invest in their brand experience see 30%+ higher repeat visit rates. Let's build yours.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4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 — PRODUCT SHOWCASE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8" y="1170432"/>
            <a:ext cx="1974576" cy="2633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MENU QR Table Sign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33172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3172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490472"/>
            <a:ext cx="1993392" cy="19933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3172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0487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Customizable Business NFC Signs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48056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490472"/>
            <a:ext cx="1993392" cy="19933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48056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5371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Event Menu Display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62940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940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753154"/>
            <a:ext cx="1993392" cy="146802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2940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70255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NFC Stand (Any Business)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GYMS, SPORTS &amp; PET INDUSTRY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MARKETS. MASSIVE OPPORTUNITY.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4114800" cy="2606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1371600"/>
            <a:ext cx="41148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 GYM &amp; FITNESS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187452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barbell &amp; dumbbell keychains with gym branding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keychains for member check-in or class booking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bar coasters with NFC menu access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branded signage throughout the facility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business NFC signs (website, Google reviews, IG)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1371600"/>
            <a:ext cx="4114800" cy="118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1371600"/>
            <a:ext cx="4114800" cy="4114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SPORTS TEAMS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18470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jersey keychains in team colors with player stats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frames with mascot, number &amp; season year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00600" y="2697480"/>
            <a:ext cx="411480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2697480"/>
            <a:ext cx="4114800" cy="41148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🐾  PET INDUSTRY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3172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3D-printed pet tags with name, contact info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NFC-enabled tags linking to pet health records or owner info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gifts for veterinary clinics &amp; pet boutiques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41148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Specialty markets crave specialty branding. Be the vendor that delivers what no one else can.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4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GYMS, SPORTS &amp; PETS — PRODUCT SHOWCASE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8288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96" y="1170432"/>
            <a:ext cx="1862800" cy="2633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Sports Team Chain Medallions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33172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3172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781507"/>
            <a:ext cx="1993392" cy="141132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33172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40487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Pet ID Tags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48056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737023"/>
            <a:ext cx="1993392" cy="150029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48056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5371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Name Display Stand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629400" y="1078992"/>
            <a:ext cx="2084832" cy="3063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9400" y="1078992"/>
            <a:ext cx="208483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490472"/>
            <a:ext cx="1993392" cy="19933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629400" y="3849624"/>
            <a:ext cx="2084832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702552" y="38496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Signs — Gym Style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 &amp; FAMILY GATHERINGS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MEMORY LAST FOREVER.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Code Event Schedules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3D-printed QR stands display the full event schedule. Guests scan once and stay informed all day.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Centralized Memory Hub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QR code links all guests to a shared upload page—photos, videos, and clips from everyone in one place.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722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459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Event Keychains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720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3D-printed keychains as party favors. Guests take home a branded memory of your special day.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 Guest Check-In Signs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Tap-enabled welcome signs link to RSVPs, seating charts, or event programs instantly. Zero paper.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7889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49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Name &amp; Number Signs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 3D-printed table signs with event name, date &amp; custom designs. Receptions, reunions, galas &amp; more.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722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78892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08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Commemorative Displays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720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photo display frames, milestone signs &amp; event banners that double as keepsakes long after the event.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Weddings, reunions, quinceañeras, graduations, corporate events — every celebration needs a PRML touch.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VENDORS &amp; TRADE SHOW SOLUTIONS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BOOTH. YOUR BRAND. UNFORGETTABLE.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6459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Display Stands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product display stands tailored to your exact item dimensions &amp; brand aesthetic. No off-the-shelf generic.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45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NFC-Enabled Booth Signs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49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Tap-to-order, tap-to-follow, tap-to-review. Turn every visitor into a lead before they walk away.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172200" y="1371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459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435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Branded Price Tag Holders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720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Sleek 3D-printed price displays with your logo. Elevates perceived value instantly at the point of sale.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286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Card Stands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shaped card holders in any form—your logo, your niche. Stand out on every table and counter.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78892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490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Product Info Signs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learn more, see reviews, or watch demos. Sell even when you're busy with another customer.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6172200" y="2514600"/>
            <a:ext cx="28346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278892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084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Light Boxes &amp; Logos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7208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 3D-printed signage for your vendor booth. Be the brightest brand in the room. Literally.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If you sell at markets, expos, or trade shows — your display IS your brand. Make it impossible to walk past.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0" name="Text 3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Can Imagine It — We Can Print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limit is your imagination. Here are more industries &amp; products we can serve: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283464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600200"/>
            <a:ext cx="28346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0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 Healthcare &amp; Wellness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NFC clinic check-in signs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 QR stands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pill organizer holders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office name plates &amp; signs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Spa/salon NFC review &amp; booking signs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834640" cy="2926080"/>
          </a:xfrm>
          <a:prstGeom prst="rect">
            <a:avLst/>
          </a:prstGeom>
          <a:solidFill>
            <a:srgbClr val="2D1B4E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8346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00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 Schools &amp; Churches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event bulletin boards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class schedule display stands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Fundraiser QR code signs &amp; displays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&amp; senior keychains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donor wall name plaques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2834640" cy="2926080"/>
          </a:xfrm>
          <a:prstGeom prst="rect">
            <a:avLst/>
          </a:prstGeom>
          <a:solidFill>
            <a:srgbClr val="1A3020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600200"/>
            <a:ext cx="28346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00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🏡  Home Services &amp; Contractors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door hangers with NFC/QR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leave-behind keychain tools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review signs for happy clients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Lawn &amp; yard signage displays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 stands for offices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4645152"/>
            <a:ext cx="8686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any industry. Any product. Any need. We build custom. We build fast. We build unforgettable.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4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FROM OUR CATALOG — THE WORK SPEAKS FOR ITSELF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1005840"/>
            <a:ext cx="2807208" cy="1920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005840"/>
            <a:ext cx="280720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097280"/>
            <a:ext cx="1490472" cy="1490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2633472"/>
            <a:ext cx="2807208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263347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 Name Display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054096" y="1005840"/>
            <a:ext cx="2807208" cy="1920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54096" y="1005840"/>
            <a:ext cx="280720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958" y="1097280"/>
            <a:ext cx="1121483" cy="14904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054096" y="2633472"/>
            <a:ext cx="2807208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127248" y="263347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Logo Stand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925312" y="1005840"/>
            <a:ext cx="2807208" cy="19202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25312" y="1005840"/>
            <a:ext cx="280720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097280"/>
            <a:ext cx="1490472" cy="14904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925312" y="2633472"/>
            <a:ext cx="2807208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998464" y="263347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Check-In Display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01752" y="3017520"/>
            <a:ext cx="4270248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01752" y="3017520"/>
            <a:ext cx="427024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887" y="3108960"/>
            <a:ext cx="997978" cy="126187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01752" y="4416552"/>
            <a:ext cx="4270248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74904" y="441655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Name Keychains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636008" y="3017520"/>
            <a:ext cx="4270248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36008" y="3017520"/>
            <a:ext cx="427024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056" y="3108960"/>
            <a:ext cx="946151" cy="126187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636008" y="4416552"/>
            <a:ext cx="4270248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709160" y="441655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Hanging Mini Signs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NFC Business Signs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Sign. Endless Connections. Works for EVERY Industry.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5303520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73152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Included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4892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website URL — tap to visit instantly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Reviews link — tap to leave a review &amp; boost your rating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profile — tap to follow &amp; grow your audience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QR code visible for scan OR tap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customizable design, color &amp; logo branding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3D-printed construction — built to last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600200"/>
            <a:ext cx="301752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6459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read online reviews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441448"/>
            <a:ext cx="301752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24871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24871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engagement with NFC vs QR alone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3282696"/>
            <a:ext cx="3017520" cy="7315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332841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332841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lead generation, no effort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8686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Every customer who walks in or passes by is a potential tap. Make it effortless for them to connect with you.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More Than 3D Printing.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PRML Records is your full-service creative &amp; marketing powerhouse.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Videography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1572768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682496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Engineering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49040" y="1572768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8249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Reviews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0" y="1572768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8249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7223760" y="1572768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82496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2167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Design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74320" y="2743200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852928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7432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Recording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2011680" y="2743200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2852928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01168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Bands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3749040" y="2743200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852928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4904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Photography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486400" y="2743200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2852928"/>
            <a:ext cx="457200" cy="4572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48640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Photography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7223760" y="2743200"/>
            <a:ext cx="1554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2852928"/>
            <a:ext cx="457200" cy="4572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22376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228600" y="3840480"/>
            <a:ext cx="86868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27"/>
          <p:cNvSpPr/>
          <p:nvPr/>
        </p:nvSpPr>
        <p:spPr>
          <a:xfrm>
            <a:off x="320040" y="3840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relationship. One vendor. Everything your brand needs under one roof.</a:t>
            </a:r>
            <a:endParaRPr lang="en-US" sz="1300" dirty="0"/>
          </a:p>
        </p:txBody>
      </p:sp>
      <p:sp>
        <p:nvSpPr>
          <p:cNvPr id="4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44" name="Text 31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PRML RECORDS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Innovation &amp;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539496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126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612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LIGHT BOXES &amp; LED SIGNS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612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BRIGHTEST BRAND IN THE ROOM.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3258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1325880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" y="1417320"/>
            <a:ext cx="1687068" cy="11247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2587752"/>
            <a:ext cx="27432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1752" y="25877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3D Printed Light Boxes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28600" y="2953512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28600" y="2953512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44952"/>
            <a:ext cx="1499616" cy="112471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28600" y="4215384"/>
            <a:ext cx="27432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01752" y="42153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 &amp; Icon Light-Up Displays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154680" y="1325880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154680" y="1325880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924" y="1417320"/>
            <a:ext cx="1124712" cy="112471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154680" y="2587752"/>
            <a:ext cx="27432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227832" y="25877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LED Storefront Signs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154680" y="2953512"/>
            <a:ext cx="2743200" cy="1554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953512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924" y="3044952"/>
            <a:ext cx="1124712" cy="112471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3154680" y="4215384"/>
            <a:ext cx="27432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227832" y="42153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 Brand Displays &amp; Room Décor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080760" y="1325880"/>
            <a:ext cx="2834640" cy="3255264"/>
          </a:xfrm>
          <a:prstGeom prst="rect">
            <a:avLst/>
          </a:prstGeom>
          <a:solidFill>
            <a:srgbClr val="0F1628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1325880"/>
            <a:ext cx="28346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190488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LIGHT BOXES?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196596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11112" y="1874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passive visibility — your brand glows day and night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217920" y="2368296"/>
            <a:ext cx="25603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49631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11112" y="24048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shape, any logo — fully custom 3D-printed to your specs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217920" y="2898648"/>
            <a:ext cx="25603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026664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611112" y="29352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storefronts, offices, booths &amp; event spaces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217920" y="3429000"/>
            <a:ext cx="25603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557016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611112" y="34655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or plug-in power — easy to set up anywhere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217920" y="3959352"/>
            <a:ext cx="256032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352" y="4087368"/>
            <a:ext cx="274320" cy="27432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611112" y="39959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NFC/QR for interactive brand experiences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Your sign never sleeps. Make it impossible to walk past your business without noticing.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0" y="484174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4592" y="4846320"/>
            <a:ext cx="256032" cy="256032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475488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PRML Records | prmlrecords.com</a:t>
            </a:r>
            <a:endParaRPr lang="en-US" sz="750" dirty="0"/>
          </a:p>
        </p:txBody>
      </p:sp>
      <p:sp>
        <p:nvSpPr>
          <p:cNvPr id="53" name="Text 40"/>
          <p:cNvSpPr/>
          <p:nvPr/>
        </p:nvSpPr>
        <p:spPr>
          <a:xfrm>
            <a:off x="8686800" y="4846320"/>
            <a:ext cx="365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4A017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4A017">
              <a:alpha val="8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Elevate Your Brand?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PRML Records — Bridging the Gap Between Innovation &amp; Technology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Turnkey Solutions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6276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 to finished product, we handle everything. No juggling multiple vendors.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94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0848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Custom, Not Generic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24323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is designed specifically for your brand. No templates. No compromises.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540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895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ROI-Driven Design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60120" y="32369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we make is engineered to generate leads, drive reviews, or retain customers.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4160520"/>
            <a:ext cx="594360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57200" y="41605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Today  |  </a:t>
            </a:r>
            <a:pPr algn="ctr" indent="0" marL="0">
              <a:buNone/>
            </a:pPr>
            <a:r>
              <a:rPr lang="en-US" sz="1200" b="1" u="sng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the QR Code or Visit prmlrecords.com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83680" y="228600"/>
            <a:ext cx="2331720" cy="4617720"/>
          </a:xfrm>
          <a:prstGeom prst="rect">
            <a:avLst/>
          </a:prstGeom>
          <a:solidFill>
            <a:srgbClr val="0F1628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83680" y="228600"/>
            <a:ext cx="233172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583680" y="228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777240"/>
            <a:ext cx="1261872" cy="126187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20840" y="2121408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185416"/>
            <a:ext cx="1929384" cy="19293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Form &amp; Services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6583680" y="4572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prmlrecords.com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PRML Records – Product Brochure</dc:title>
  <dc:subject>PptxGenJS Presentation</dc:subject>
  <dc:creator>PptxGenJS</dc:creator>
  <cp:lastModifiedBy>PptxGenJS</cp:lastModifiedBy>
  <cp:revision>1</cp:revision>
  <dcterms:created xsi:type="dcterms:W3CDTF">2026-02-19T18:26:17Z</dcterms:created>
  <dcterms:modified xsi:type="dcterms:W3CDTF">2026-02-19T18:26:17Z</dcterms:modified>
</cp:coreProperties>
</file>